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d637de1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d637de1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d3330c1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d3330c1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d3330c1d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d3330c1d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d3330c1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d3330c1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88050" y="670200"/>
            <a:ext cx="8520600" cy="10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Sistema de vuelos</a:t>
            </a:r>
            <a:r>
              <a:rPr lang="es"/>
              <a:t>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23400" y="200093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comisión</a:t>
            </a:r>
            <a:r>
              <a:rPr b="1" lang="es"/>
              <a:t> 6 de Estructura de datos</a:t>
            </a:r>
            <a:r>
              <a:rPr lang="es"/>
              <a:t> 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633950" y="3544075"/>
            <a:ext cx="59721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Alumnos: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Andrade David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Matias Coronel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Perez Mariela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1600200"/>
            <a:ext cx="8520600" cy="20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Entrega 1: Modelado y Encapsulamiento (Unidades 1 y 2)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Teoría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Explicar el concepto de encapsulamiento y su importancia en la programación orientada a objetos.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Justificar la elección de atributos y métodos para modelar pasajeros, vuelos y reservas.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>
                <a:solidFill>
                  <a:srgbClr val="000000"/>
                </a:solidFill>
              </a:rPr>
              <a:t>Analizar ventajas y desventajas de distintas representaciones de listas y pilas para gestionar reservas   y equipaje.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51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320">
                <a:solidFill>
                  <a:srgbClr val="000000"/>
                </a:solidFill>
              </a:rPr>
              <a:t>Estructura de Clases y Relaciones del Sistema de Vuelos</a:t>
            </a:r>
            <a:endParaRPr b="1" sz="2320">
              <a:solidFill>
                <a:srgbClr val="000000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8100" y="1184800"/>
            <a:ext cx="72302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70500" y="407275"/>
            <a:ext cx="8520600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" sz="2400"/>
              <a:t>Estructura de Clases y Relaciones del Sistema de Vuelos</a:t>
            </a:r>
            <a:endParaRPr b="1" sz="24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5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" sz="970">
                <a:solidFill>
                  <a:schemeClr val="dk1"/>
                </a:solidFill>
              </a:rPr>
              <a:t>En el siguiente diagrama se representa el </a:t>
            </a:r>
            <a:r>
              <a:rPr b="1" lang="es" sz="970">
                <a:solidFill>
                  <a:schemeClr val="dk1"/>
                </a:solidFill>
              </a:rPr>
              <a:t>modelo de clases</a:t>
            </a:r>
            <a:r>
              <a:rPr lang="es" sz="970">
                <a:solidFill>
                  <a:schemeClr val="dk1"/>
                </a:solidFill>
              </a:rPr>
              <a:t> del sistema de gestión de vuelos.</a:t>
            </a:r>
            <a:endParaRPr sz="9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" sz="970">
                <a:solidFill>
                  <a:schemeClr val="dk1"/>
                </a:solidFill>
              </a:rPr>
              <a:t>Cada clase  contiene  sus propios datos y métodos, lo que permite mantener la información organizada .</a:t>
            </a:r>
            <a:endParaRPr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b="1" lang="es" sz="970">
                <a:solidFill>
                  <a:schemeClr val="dk1"/>
                </a:solidFill>
              </a:rPr>
              <a:t>Pasajero</a:t>
            </a:r>
            <a:r>
              <a:rPr lang="es" sz="970">
                <a:solidFill>
                  <a:schemeClr val="dk1"/>
                </a:solidFill>
              </a:rPr>
              <a:t>: almacena los datos personales y el historial de vuelos del cliente y el equipaje.</a:t>
            </a:r>
            <a:br>
              <a:rPr lang="es" sz="970">
                <a:solidFill>
                  <a:schemeClr val="dk1"/>
                </a:solidFill>
              </a:rPr>
            </a:br>
            <a:endParaRPr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b="1" lang="es" sz="970">
                <a:solidFill>
                  <a:schemeClr val="dk1"/>
                </a:solidFill>
              </a:rPr>
              <a:t>Vuelo</a:t>
            </a:r>
            <a:r>
              <a:rPr lang="es" sz="970">
                <a:solidFill>
                  <a:schemeClr val="dk1"/>
                </a:solidFill>
              </a:rPr>
              <a:t>: contiene la información del vuelo, como el código, destino, fecha y lista de pasajeros.</a:t>
            </a:r>
            <a:br>
              <a:rPr lang="es" sz="970">
                <a:solidFill>
                  <a:schemeClr val="dk1"/>
                </a:solidFill>
              </a:rPr>
            </a:br>
            <a:endParaRPr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b="1" lang="es" sz="970">
                <a:solidFill>
                  <a:schemeClr val="dk1"/>
                </a:solidFill>
              </a:rPr>
              <a:t>Reserva</a:t>
            </a:r>
            <a:r>
              <a:rPr lang="es" sz="970">
                <a:solidFill>
                  <a:schemeClr val="dk1"/>
                </a:solidFill>
              </a:rPr>
              <a:t>: actúa como vínculo entre un pasajero y un vuelo, controlando la disponibilidad de cupos y evitando duplicaciones.</a:t>
            </a:r>
            <a:br>
              <a:rPr lang="es" sz="970">
                <a:solidFill>
                  <a:schemeClr val="dk1"/>
                </a:solidFill>
              </a:rPr>
            </a:br>
            <a:endParaRPr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b="1" lang="es" sz="970">
                <a:solidFill>
                  <a:schemeClr val="dk1"/>
                </a:solidFill>
              </a:rPr>
              <a:t>Equipaje</a:t>
            </a:r>
            <a:r>
              <a:rPr lang="es" sz="970">
                <a:solidFill>
                  <a:schemeClr val="dk1"/>
                </a:solidFill>
              </a:rPr>
              <a:t>: se asocia directamente al pasajero, registrando la cantidad y el peso total de las maletas.</a:t>
            </a:r>
            <a:endParaRPr sz="9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9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" sz="970">
                <a:solidFill>
                  <a:schemeClr val="dk1"/>
                </a:solidFill>
              </a:rPr>
              <a:t>Las  flechas entre las clases muestran las </a:t>
            </a:r>
            <a:r>
              <a:rPr b="1" lang="es" sz="970">
                <a:solidFill>
                  <a:schemeClr val="dk1"/>
                </a:solidFill>
              </a:rPr>
              <a:t>relaciones</a:t>
            </a:r>
            <a:r>
              <a:rPr lang="es" sz="970">
                <a:solidFill>
                  <a:schemeClr val="dk1"/>
                </a:solidFill>
              </a:rPr>
              <a:t>:</a:t>
            </a:r>
            <a:endParaRPr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s" sz="970">
                <a:solidFill>
                  <a:schemeClr val="dk1"/>
                </a:solidFill>
              </a:rPr>
              <a:t>Un pasajero puede realizar diferentes vuelos a  su vez un vuelo lleva </a:t>
            </a:r>
            <a:r>
              <a:rPr lang="es" sz="970">
                <a:solidFill>
                  <a:schemeClr val="dk1"/>
                </a:solidFill>
              </a:rPr>
              <a:t>muchos</a:t>
            </a:r>
            <a:r>
              <a:rPr lang="es" sz="970">
                <a:solidFill>
                  <a:schemeClr val="dk1"/>
                </a:solidFill>
              </a:rPr>
              <a:t> pasajeros</a:t>
            </a:r>
            <a:endParaRPr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s" sz="970">
                <a:solidFill>
                  <a:schemeClr val="dk1"/>
                </a:solidFill>
              </a:rPr>
              <a:t>Un pasajero puede realizar varias reservas</a:t>
            </a:r>
            <a:endParaRPr sz="970">
              <a:solidFill>
                <a:schemeClr val="dk1"/>
              </a:solidFill>
            </a:endParaRPr>
          </a:p>
          <a:p>
            <a:pPr indent="-2901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Char char="●"/>
            </a:pPr>
            <a:r>
              <a:rPr lang="es" sz="970">
                <a:solidFill>
                  <a:schemeClr val="dk1"/>
                </a:solidFill>
              </a:rPr>
              <a:t>Cada reserva corresponde a un solo vuelo, pero un vuelo puede tener muchas reservas.</a:t>
            </a:r>
            <a:endParaRPr sz="9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9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97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179450" y="126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Concepto de Encapsulamiento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179450" y="2210575"/>
            <a:ext cx="8520600" cy="19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Se utiliza para ocultar los atributos internos del objeto y restringir el acceso directo desde fuera de la clase ya que los atributos no deben poder modificarse por fuera.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