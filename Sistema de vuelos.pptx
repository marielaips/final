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90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8603459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8746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9d637de1f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9d637de1f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8085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9d3330c1d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9d3330c1d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1357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d3330c1d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d3330c1d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4577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d3330c1d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9d3330c1d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33141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d3330c1d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9d3330c1d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789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488050" y="670200"/>
            <a:ext cx="8520600" cy="108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/>
              <a:t>Sistema de vuelos</a:t>
            </a:r>
            <a:r>
              <a:rPr lang="es"/>
              <a:t> 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623400" y="2000938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/>
              <a:t>comisión 6 de Estructura de datos</a:t>
            </a:r>
            <a:r>
              <a:rPr lang="es"/>
              <a:t> </a:t>
            </a:r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1633950" y="3544075"/>
            <a:ext cx="59721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Alumnos: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Andrade David 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Matias Coronel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Perez Mariela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subTitle" idx="1"/>
          </p:nvPr>
        </p:nvSpPr>
        <p:spPr>
          <a:xfrm>
            <a:off x="311700" y="1600200"/>
            <a:ext cx="8520600" cy="20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/>
            <a:r>
              <a:rPr lang="es-MX" b="1" dirty="0">
                <a:solidFill>
                  <a:schemeClr val="tx1"/>
                </a:solidFill>
              </a:rPr>
              <a:t>Proyecto que modela un sistema de reservas de vuelos con manejo de pasajeros, vuelos, reservas y rutas.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151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320" b="1">
                <a:solidFill>
                  <a:srgbClr val="000000"/>
                </a:solidFill>
              </a:rPr>
              <a:t>Estructura de Clases y Relaciones del Sistema de Vuelos</a:t>
            </a:r>
            <a:endParaRPr sz="2320" b="1">
              <a:solidFill>
                <a:srgbClr val="000000"/>
              </a:solidFill>
            </a:endParaRPr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8100" y="1184800"/>
            <a:ext cx="723027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70500" y="407275"/>
            <a:ext cx="8520600" cy="7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es" sz="2400" b="1"/>
              <a:t>Estructura de Clases y Relaciones del Sistema de Vuelos</a:t>
            </a:r>
            <a:endParaRPr sz="2400" b="1"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5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970" dirty="0">
                <a:solidFill>
                  <a:schemeClr val="dk1"/>
                </a:solidFill>
              </a:rPr>
              <a:t>En el siguiente diagrama se representa el </a:t>
            </a:r>
            <a:r>
              <a:rPr lang="es" sz="970" b="1" dirty="0">
                <a:solidFill>
                  <a:schemeClr val="dk1"/>
                </a:solidFill>
              </a:rPr>
              <a:t>modelo de clases</a:t>
            </a:r>
            <a:r>
              <a:rPr lang="es" sz="970" dirty="0">
                <a:solidFill>
                  <a:schemeClr val="dk1"/>
                </a:solidFill>
              </a:rPr>
              <a:t> del sistema de gestión de vuelos.</a:t>
            </a: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lang="es" sz="970" dirty="0">
                <a:solidFill>
                  <a:schemeClr val="dk1"/>
                </a:solidFill>
              </a:rPr>
              <a:t>Cada clase  contiene  sus propios datos y métodos, lo que permite mantener la información organizada .</a:t>
            </a:r>
            <a:endParaRPr sz="970" dirty="0">
              <a:solidFill>
                <a:schemeClr val="dk1"/>
              </a:solidFill>
            </a:endParaRPr>
          </a:p>
          <a:p>
            <a:pPr indent="-290195">
              <a:lnSpc>
                <a:spcPct val="95000"/>
              </a:lnSpc>
              <a:spcBef>
                <a:spcPts val="1200"/>
              </a:spcBef>
              <a:buClr>
                <a:schemeClr val="dk1"/>
              </a:buClr>
              <a:buSzPts val="970"/>
            </a:pPr>
            <a:r>
              <a:rPr lang="es" sz="970" b="1" dirty="0">
                <a:solidFill>
                  <a:schemeClr val="dk1"/>
                </a:solidFill>
              </a:rPr>
              <a:t>Pasajero</a:t>
            </a:r>
            <a:r>
              <a:rPr lang="es" sz="970" dirty="0">
                <a:solidFill>
                  <a:schemeClr val="dk1"/>
                </a:solidFill>
              </a:rPr>
              <a:t>: almacena los datos personales y el historial de vuelos del cliente y el equipaje</a:t>
            </a:r>
            <a:r>
              <a:rPr lang="es" sz="970" dirty="0" smtClean="0">
                <a:solidFill>
                  <a:schemeClr val="dk1"/>
                </a:solidFill>
              </a:rPr>
              <a:t>. El equipaje </a:t>
            </a:r>
            <a:r>
              <a:rPr lang="es-MX" sz="970" dirty="0">
                <a:solidFill>
                  <a:schemeClr val="dk1"/>
                </a:solidFill>
              </a:rPr>
              <a:t>se asocia directamente al pasajero, registrando la cantidad y el peso total de las maletas</a:t>
            </a:r>
            <a:r>
              <a:rPr lang="es-MX" sz="970" dirty="0" smtClean="0">
                <a:solidFill>
                  <a:schemeClr val="dk1"/>
                </a:solidFill>
              </a:rPr>
              <a:t>.</a:t>
            </a:r>
            <a:r>
              <a:rPr lang="es" sz="970" dirty="0">
                <a:solidFill>
                  <a:schemeClr val="dk1"/>
                </a:solidFill>
              </a:rPr>
              <a:t/>
            </a:r>
            <a:br>
              <a:rPr lang="es" sz="970" dirty="0">
                <a:solidFill>
                  <a:schemeClr val="dk1"/>
                </a:solidFill>
              </a:rPr>
            </a:b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b="1" dirty="0">
                <a:solidFill>
                  <a:schemeClr val="dk1"/>
                </a:solidFill>
              </a:rPr>
              <a:t>Vuelo</a:t>
            </a:r>
            <a:r>
              <a:rPr lang="es" sz="970" dirty="0">
                <a:solidFill>
                  <a:schemeClr val="dk1"/>
                </a:solidFill>
              </a:rPr>
              <a:t>: contiene la información del vuelo, como el código, destino, fecha y lista de pasajeros.</a:t>
            </a:r>
            <a:br>
              <a:rPr lang="es" sz="970" dirty="0">
                <a:solidFill>
                  <a:schemeClr val="dk1"/>
                </a:solidFill>
              </a:rPr>
            </a:b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b="1" dirty="0">
                <a:solidFill>
                  <a:schemeClr val="dk1"/>
                </a:solidFill>
              </a:rPr>
              <a:t>Reserva</a:t>
            </a:r>
            <a:r>
              <a:rPr lang="es" sz="970" dirty="0">
                <a:solidFill>
                  <a:schemeClr val="dk1"/>
                </a:solidFill>
              </a:rPr>
              <a:t>: actúa como vínculo entre un pasajero y un vuelo, controlando la disponibilidad de cupos y evitando duplicaciones.</a:t>
            </a:r>
            <a:br>
              <a:rPr lang="es" sz="970" dirty="0">
                <a:solidFill>
                  <a:schemeClr val="dk1"/>
                </a:solidFill>
              </a:rPr>
            </a:b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lang="es" sz="970" dirty="0">
                <a:solidFill>
                  <a:schemeClr val="dk1"/>
                </a:solidFill>
              </a:rPr>
              <a:t>Las  flechas entre las clases muestran las </a:t>
            </a:r>
            <a:r>
              <a:rPr lang="es" sz="970" b="1" dirty="0">
                <a:solidFill>
                  <a:schemeClr val="dk1"/>
                </a:solidFill>
              </a:rPr>
              <a:t>relaciones</a:t>
            </a:r>
            <a:r>
              <a:rPr lang="es" sz="970" dirty="0">
                <a:solidFill>
                  <a:schemeClr val="dk1"/>
                </a:solidFill>
              </a:rPr>
              <a:t>:</a:t>
            </a: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dirty="0">
                <a:solidFill>
                  <a:schemeClr val="dk1"/>
                </a:solidFill>
              </a:rPr>
              <a:t>Un pasajero puede realizar diferentes vuelos a  su vez un vuelo lleva muchos pasajeros</a:t>
            </a: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dirty="0">
                <a:solidFill>
                  <a:schemeClr val="dk1"/>
                </a:solidFill>
              </a:rPr>
              <a:t>Un pasajero puede realizar varias reservas</a:t>
            </a: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dirty="0">
                <a:solidFill>
                  <a:schemeClr val="dk1"/>
                </a:solidFill>
              </a:rPr>
              <a:t>Cada reserva corresponde a un solo vuelo, pero un vuelo puede tener muchas reservas.</a:t>
            </a: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endParaRPr sz="97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179450" y="126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 dirty="0"/>
              <a:t>Concepto de Encapsulamiento</a:t>
            </a:r>
            <a:endParaRPr b="1" dirty="0"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179450" y="2210575"/>
            <a:ext cx="8520600" cy="19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 dirty="0">
                <a:solidFill>
                  <a:schemeClr val="dk1"/>
                </a:solidFill>
              </a:rPr>
              <a:t>Se utiliza para ocultar los atributos internos del objeto y restringir el acceso directo desde fuera de la clase ya que los atributos no deben poder modificarse por fuera. </a:t>
            </a:r>
            <a:endParaRPr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179450" y="126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b="1" dirty="0"/>
              <a:t>L</a:t>
            </a:r>
            <a:r>
              <a:rPr lang="es" b="1" dirty="0"/>
              <a:t>istas vs pilas</a:t>
            </a:r>
            <a:endParaRPr b="1" dirty="0"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179450" y="2210575"/>
            <a:ext cx="8520600" cy="19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67005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" sz="1800" dirty="0">
                <a:solidFill>
                  <a:schemeClr val="dk1"/>
                </a:solidFill>
              </a:rPr>
              <a:t>Para  este trabajo (hasta el momento) usamos listas ordenadas de pasajeros y vuelos.</a:t>
            </a:r>
          </a:p>
          <a:p>
            <a:pPr marL="167005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" sz="1800" dirty="0">
                <a:solidFill>
                  <a:schemeClr val="dk1"/>
                </a:solidFill>
              </a:rPr>
              <a:t>	El uso de pilas en este caso y su definicion de LIFO nos impide la selecci</a:t>
            </a:r>
            <a:r>
              <a:rPr lang="es-AR" sz="1800" dirty="0" err="1">
                <a:solidFill>
                  <a:schemeClr val="dk1"/>
                </a:solidFill>
              </a:rPr>
              <a:t>ó</a:t>
            </a:r>
            <a:r>
              <a:rPr lang="es" sz="1800" dirty="0">
                <a:solidFill>
                  <a:schemeClr val="dk1"/>
                </a:solidFill>
              </a:rPr>
              <a:t>n de elementos intermedios para su eliminacion o busqueda eficiente.</a:t>
            </a:r>
          </a:p>
          <a:p>
            <a:pPr marL="167005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" b="1" dirty="0">
                <a:solidFill>
                  <a:schemeClr val="dk1"/>
                </a:solidFill>
              </a:rPr>
              <a:t>	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8826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AR" b="1" dirty="0" smtClean="0"/>
              <a:t>Archivo: pasajero.py </a:t>
            </a:r>
            <a:endParaRPr lang="es-AR" b="1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b="1" dirty="0">
                <a:solidFill>
                  <a:schemeClr val="tx1"/>
                </a:solidFill>
              </a:rPr>
              <a:t>Define la clase Pasajero y el Árbol AVL para almacenarlos.</a:t>
            </a:r>
          </a:p>
          <a:p>
            <a:r>
              <a:rPr lang="es-MX" b="1" dirty="0">
                <a:solidFill>
                  <a:schemeClr val="tx1"/>
                </a:solidFill>
              </a:rPr>
              <a:t>Guarda DNI, nombre, nacionalidad y equipaje.</a:t>
            </a:r>
          </a:p>
          <a:p>
            <a:r>
              <a:rPr lang="es-MX" b="1" dirty="0">
                <a:solidFill>
                  <a:schemeClr val="tx1"/>
                </a:solidFill>
              </a:rPr>
              <a:t>Se controla el peso total del equipaje.</a:t>
            </a:r>
          </a:p>
          <a:p>
            <a:r>
              <a:rPr lang="es-MX" b="1" dirty="0">
                <a:solidFill>
                  <a:schemeClr val="tx1"/>
                </a:solidFill>
              </a:rPr>
              <a:t>Uso de árbol AVL → permite búsquedas rápidas por DNI.</a:t>
            </a:r>
          </a:p>
          <a:p>
            <a:pPr marL="114300" indent="0">
              <a:buNone/>
            </a:pP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799884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AR" b="1" dirty="0" smtClean="0"/>
              <a:t>Archivo:  grafos_vuelos.py</a:t>
            </a:r>
            <a:endParaRPr lang="es-AR" b="1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>
                <a:solidFill>
                  <a:schemeClr val="tx1"/>
                </a:solidFill>
              </a:rPr>
              <a:t>Realizamos un grafo para representar las conexiones  y escalas de vuelos </a:t>
            </a:r>
          </a:p>
          <a:p>
            <a:r>
              <a:rPr lang="es-MX" dirty="0" smtClean="0">
                <a:solidFill>
                  <a:schemeClr val="tx1"/>
                </a:solidFill>
              </a:rPr>
              <a:t>Por lo tanto nuestro grafo es: Dirigido y Ponderado(tiene peso)</a:t>
            </a:r>
          </a:p>
          <a:p>
            <a:endParaRPr lang="es-MX" dirty="0" smtClean="0">
              <a:solidFill>
                <a:schemeClr val="tx1"/>
              </a:solidFill>
            </a:endParaRPr>
          </a:p>
          <a:p>
            <a:r>
              <a:rPr lang="es-MX" dirty="0">
                <a:solidFill>
                  <a:schemeClr val="tx1"/>
                </a:solidFill>
              </a:rPr>
              <a:t>cada aeropuerto es un </a:t>
            </a:r>
            <a:r>
              <a:rPr lang="es-MX" b="1" dirty="0">
                <a:solidFill>
                  <a:schemeClr val="tx1"/>
                </a:solidFill>
              </a:rPr>
              <a:t>nodo</a:t>
            </a:r>
            <a:r>
              <a:rPr lang="es-MX" dirty="0">
                <a:solidFill>
                  <a:schemeClr val="tx1"/>
                </a:solidFill>
              </a:rPr>
              <a:t>,</a:t>
            </a:r>
          </a:p>
          <a:p>
            <a:r>
              <a:rPr lang="es-MX" dirty="0">
                <a:solidFill>
                  <a:schemeClr val="tx1"/>
                </a:solidFill>
              </a:rPr>
              <a:t>cada vuelo es una </a:t>
            </a:r>
            <a:r>
              <a:rPr lang="es-MX" b="1" dirty="0">
                <a:solidFill>
                  <a:schemeClr val="tx1"/>
                </a:solidFill>
              </a:rPr>
              <a:t>conexión</a:t>
            </a:r>
            <a:r>
              <a:rPr lang="es-MX" dirty="0">
                <a:solidFill>
                  <a:schemeClr val="tx1"/>
                </a:solidFill>
              </a:rPr>
              <a:t>,</a:t>
            </a:r>
          </a:p>
          <a:p>
            <a:r>
              <a:rPr lang="es-MX" dirty="0">
                <a:solidFill>
                  <a:schemeClr val="tx1"/>
                </a:solidFill>
              </a:rPr>
              <a:t>y la duración del vuelo es el </a:t>
            </a:r>
            <a:r>
              <a:rPr lang="es-MX" b="1" dirty="0">
                <a:solidFill>
                  <a:schemeClr val="tx1"/>
                </a:solidFill>
              </a:rPr>
              <a:t>peso</a:t>
            </a:r>
            <a:r>
              <a:rPr lang="es-MX" dirty="0">
                <a:solidFill>
                  <a:schemeClr val="tx1"/>
                </a:solidFill>
              </a:rPr>
              <a:t> de esa conexión.</a:t>
            </a:r>
          </a:p>
          <a:p>
            <a:r>
              <a:rPr lang="es-MX" dirty="0">
                <a:solidFill>
                  <a:schemeClr val="tx1"/>
                </a:solidFill>
              </a:rPr>
              <a:t>Con esto, el sistema puede calcular la </a:t>
            </a:r>
            <a:r>
              <a:rPr lang="es-MX" b="1" dirty="0">
                <a:solidFill>
                  <a:schemeClr val="tx1"/>
                </a:solidFill>
              </a:rPr>
              <a:t>ruta más rápida</a:t>
            </a:r>
            <a:r>
              <a:rPr lang="es-MX" dirty="0">
                <a:solidFill>
                  <a:schemeClr val="tx1"/>
                </a:solidFill>
              </a:rPr>
              <a:t> entre dos aeropuertos</a:t>
            </a:r>
            <a:r>
              <a:rPr lang="es-MX" dirty="0" smtClean="0">
                <a:solidFill>
                  <a:schemeClr val="tx1"/>
                </a:solidFill>
              </a:rPr>
              <a:t>.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r>
              <a:rPr lang="es-MX" b="1" dirty="0">
                <a:solidFill>
                  <a:schemeClr val="tx1"/>
                </a:solidFill>
              </a:rPr>
              <a:t>Se usa </a:t>
            </a:r>
            <a:r>
              <a:rPr lang="es-MX" b="1" dirty="0" err="1">
                <a:solidFill>
                  <a:schemeClr val="tx1"/>
                </a:solidFill>
              </a:rPr>
              <a:t>Dijkstra</a:t>
            </a:r>
            <a:r>
              <a:rPr lang="es-MX" b="1" dirty="0">
                <a:solidFill>
                  <a:schemeClr val="tx1"/>
                </a:solidFill>
              </a:rPr>
              <a:t> para obtener la ruta más rápida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66205701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294</Words>
  <Application>Microsoft Office PowerPoint</Application>
  <PresentationFormat>Presentación en pantalla (16:9)</PresentationFormat>
  <Paragraphs>40</Paragraphs>
  <Slides>8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Sistema de vuelos </vt:lpstr>
      <vt:lpstr>Presentación de PowerPoint</vt:lpstr>
      <vt:lpstr>Estructura de Clases y Relaciones del Sistema de Vuelos</vt:lpstr>
      <vt:lpstr>Estructura de Clases y Relaciones del Sistema de Vuelos</vt:lpstr>
      <vt:lpstr>Concepto de Encapsulamiento</vt:lpstr>
      <vt:lpstr>Listas vs pilas</vt:lpstr>
      <vt:lpstr>Archivo: pasajero.py </vt:lpstr>
      <vt:lpstr>Archivo:  grafos_vuelos.py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vuelos </dc:title>
  <dc:creator>Usuario</dc:creator>
  <cp:lastModifiedBy>Usuario</cp:lastModifiedBy>
  <cp:revision>6</cp:revision>
  <dcterms:modified xsi:type="dcterms:W3CDTF">2025-11-06T19:33:29Z</dcterms:modified>
</cp:coreProperties>
</file>