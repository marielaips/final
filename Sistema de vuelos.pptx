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7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9d637de1f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9d637de1f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d3330c1d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d3330c1d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d3330c1d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d3330c1d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3330c1d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3330c1d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3330c1d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3330c1d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89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88050" y="670200"/>
            <a:ext cx="8520600" cy="108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/>
              <a:t>Sistema de vuelos</a:t>
            </a:r>
            <a:r>
              <a:rPr lang="es"/>
              <a:t> 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623400" y="2000938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/>
              <a:t>comisión 6 de Estructura de datos</a:t>
            </a:r>
            <a:r>
              <a:rPr lang="es"/>
              <a:t> </a:t>
            </a:r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633950" y="3544075"/>
            <a:ext cx="59721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Alumnos: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Andrade David 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Matias Coronel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Perez Mariela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xfrm>
            <a:off x="311700" y="1600200"/>
            <a:ext cx="8520600" cy="20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s">
                <a:solidFill>
                  <a:srgbClr val="000000"/>
                </a:solidFill>
              </a:rPr>
              <a:t>Entrega 1: Modelado y Encapsulamiento (Unidades 1 y 2)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s">
                <a:solidFill>
                  <a:srgbClr val="000000"/>
                </a:solidFill>
              </a:rPr>
              <a:t>Teoría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s">
                <a:solidFill>
                  <a:srgbClr val="000000"/>
                </a:solidFill>
              </a:rPr>
              <a:t>Explicar el concepto de encapsulamiento y su importancia en la programación orientada a objetos.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s">
                <a:solidFill>
                  <a:srgbClr val="000000"/>
                </a:solidFill>
              </a:rPr>
              <a:t>Justificar la elección de atributos y métodos para modelar pasajeros, vuelos y reservas.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s">
                <a:solidFill>
                  <a:srgbClr val="000000"/>
                </a:solidFill>
              </a:rPr>
              <a:t>Analizar ventajas y desventajas de distintas representaciones de listas y pilas para gestionar reservas   y equipaje.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151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320" b="1">
                <a:solidFill>
                  <a:srgbClr val="000000"/>
                </a:solidFill>
              </a:rPr>
              <a:t>Estructura de Clases y Relaciones del Sistema de Vuelos</a:t>
            </a:r>
            <a:endParaRPr sz="2320" b="1">
              <a:solidFill>
                <a:srgbClr val="000000"/>
              </a:solidFill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8100" y="1184800"/>
            <a:ext cx="723027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70500" y="407275"/>
            <a:ext cx="8520600" cy="7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es" sz="2400" b="1"/>
              <a:t>Estructura de Clases y Relaciones del Sistema de Vuelos</a:t>
            </a:r>
            <a:endParaRPr sz="2400" b="1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5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970" dirty="0">
                <a:solidFill>
                  <a:schemeClr val="dk1"/>
                </a:solidFill>
              </a:rPr>
              <a:t>En el siguiente diagrama se representa el </a:t>
            </a:r>
            <a:r>
              <a:rPr lang="es" sz="970" b="1" dirty="0">
                <a:solidFill>
                  <a:schemeClr val="dk1"/>
                </a:solidFill>
              </a:rPr>
              <a:t>modelo de clases</a:t>
            </a:r>
            <a:r>
              <a:rPr lang="es" sz="970" dirty="0">
                <a:solidFill>
                  <a:schemeClr val="dk1"/>
                </a:solidFill>
              </a:rPr>
              <a:t> del sistema de gestión de vuelos.</a:t>
            </a: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" sz="970" dirty="0">
                <a:solidFill>
                  <a:schemeClr val="dk1"/>
                </a:solidFill>
              </a:rPr>
              <a:t>Cada clase  contiene  sus propios datos y métodos, lo que permite mantener la información organizada .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Pasajero</a:t>
            </a:r>
            <a:r>
              <a:rPr lang="es" sz="970" dirty="0">
                <a:solidFill>
                  <a:schemeClr val="dk1"/>
                </a:solidFill>
              </a:rPr>
              <a:t>: almacena los datos personales y el historial de vuelos del cliente y el equipaje.</a:t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Vuelo</a:t>
            </a:r>
            <a:r>
              <a:rPr lang="es" sz="970" dirty="0">
                <a:solidFill>
                  <a:schemeClr val="dk1"/>
                </a:solidFill>
              </a:rPr>
              <a:t>: contiene la información del vuelo, como el código, destino, fecha y lista de pasajeros.</a:t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Reserva</a:t>
            </a:r>
            <a:r>
              <a:rPr lang="es" sz="970" dirty="0">
                <a:solidFill>
                  <a:schemeClr val="dk1"/>
                </a:solidFill>
              </a:rPr>
              <a:t>: actúa como vínculo entre un pasajero y un vuelo, controlando la disponibilidad de cupos y evitando duplicaciones.</a:t>
            </a:r>
            <a:br>
              <a:rPr lang="es" sz="970" dirty="0">
                <a:solidFill>
                  <a:schemeClr val="dk1"/>
                </a:solidFill>
              </a:rPr>
            </a:b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b="1" dirty="0">
                <a:solidFill>
                  <a:schemeClr val="dk1"/>
                </a:solidFill>
              </a:rPr>
              <a:t>Equipaje</a:t>
            </a:r>
            <a:r>
              <a:rPr lang="es" sz="970" dirty="0">
                <a:solidFill>
                  <a:schemeClr val="dk1"/>
                </a:solidFill>
              </a:rPr>
              <a:t>: se asocia directamente al pasajero, registrando la cantidad y el peso total de las maletas.</a:t>
            </a: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lang="es" sz="970" dirty="0">
                <a:solidFill>
                  <a:schemeClr val="dk1"/>
                </a:solidFill>
              </a:rPr>
              <a:t>Las  flechas entre las clases muestran las </a:t>
            </a:r>
            <a:r>
              <a:rPr lang="es" sz="970" b="1" dirty="0">
                <a:solidFill>
                  <a:schemeClr val="dk1"/>
                </a:solidFill>
              </a:rPr>
              <a:t>relaciones</a:t>
            </a:r>
            <a:r>
              <a:rPr lang="es" sz="970" dirty="0">
                <a:solidFill>
                  <a:schemeClr val="dk1"/>
                </a:solidFill>
              </a:rPr>
              <a:t>: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Un pasajero puede realizar diferentes vuelos a  su vez un vuelo lleva muchos pasajeros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Un pasajero puede realizar varias reservas</a:t>
            </a:r>
            <a:endParaRPr sz="970" dirty="0">
              <a:solidFill>
                <a:schemeClr val="dk1"/>
              </a:solidFill>
            </a:endParaRPr>
          </a:p>
          <a:p>
            <a:pPr marL="457200" lvl="0" indent="-29019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70"/>
              <a:buChar char="●"/>
            </a:pPr>
            <a:r>
              <a:rPr lang="es" sz="970" dirty="0">
                <a:solidFill>
                  <a:schemeClr val="dk1"/>
                </a:solidFill>
              </a:rPr>
              <a:t>Cada reserva corresponde a un solo vuelo, pero un vuelo puede tener muchas reservas.</a:t>
            </a: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endParaRPr sz="97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179450" y="126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/>
              <a:t>Concepto de Encapsulamiento</a:t>
            </a:r>
            <a:endParaRPr b="1"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179450" y="2210575"/>
            <a:ext cx="8520600" cy="19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>
                <a:solidFill>
                  <a:schemeClr val="dk1"/>
                </a:solidFill>
              </a:rPr>
              <a:t>Se utiliza para ocultar los atributos internos del objeto y restringir el acceso directo desde fuera de la clase ya que los atributos no deben poder modificarse por fuera. </a:t>
            </a:r>
            <a:endParaRPr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179450" y="126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b="1" dirty="0"/>
              <a:t>L</a:t>
            </a:r>
            <a:r>
              <a:rPr lang="es" b="1" dirty="0"/>
              <a:t>istas vs pilas</a:t>
            </a:r>
            <a:endParaRPr b="1" dirty="0"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179450" y="2210575"/>
            <a:ext cx="8520600" cy="19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sz="1800" dirty="0">
                <a:solidFill>
                  <a:schemeClr val="dk1"/>
                </a:solidFill>
              </a:rPr>
              <a:t>Para  este trabajo (hasta el momento) usamos listas ordenadas de pasajeros y vuelos.</a:t>
            </a:r>
          </a:p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sz="1800" dirty="0">
                <a:solidFill>
                  <a:schemeClr val="dk1"/>
                </a:solidFill>
              </a:rPr>
              <a:t>	El uso de pilas en este caso y su definicion de LIFO nos impide la selecci</a:t>
            </a:r>
            <a:r>
              <a:rPr lang="es-AR" sz="1800" dirty="0" err="1">
                <a:solidFill>
                  <a:schemeClr val="dk1"/>
                </a:solidFill>
              </a:rPr>
              <a:t>ó</a:t>
            </a:r>
            <a:r>
              <a:rPr lang="es" sz="1800" dirty="0">
                <a:solidFill>
                  <a:schemeClr val="dk1"/>
                </a:solidFill>
              </a:rPr>
              <a:t>n de elementos intermedios para su eliminacion o busqueda eficiente.</a:t>
            </a:r>
          </a:p>
          <a:p>
            <a:pPr marL="167005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70"/>
              <a:buNone/>
            </a:pPr>
            <a:r>
              <a:rPr lang="es" b="1" dirty="0">
                <a:solidFill>
                  <a:schemeClr val="dk1"/>
                </a:solidFill>
              </a:rPr>
              <a:t>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882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Presentación en pantalla (16:9)</PresentationFormat>
  <Paragraphs>30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8" baseType="lpstr">
      <vt:lpstr>Arial</vt:lpstr>
      <vt:lpstr>Simple Light</vt:lpstr>
      <vt:lpstr>Sistema de vuelos </vt:lpstr>
      <vt:lpstr>Presentación de PowerPoint</vt:lpstr>
      <vt:lpstr>Estructura de Clases y Relaciones del Sistema de Vuelos</vt:lpstr>
      <vt:lpstr>Estructura de Clases y Relaciones del Sistema de Vuelos</vt:lpstr>
      <vt:lpstr>Concepto de Encapsulamiento</vt:lpstr>
      <vt:lpstr>Listas vs pilas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hp1</cp:lastModifiedBy>
  <cp:revision>1</cp:revision>
  <dcterms:modified xsi:type="dcterms:W3CDTF">2025-10-27T21:57:40Z</dcterms:modified>
</cp:coreProperties>
</file>